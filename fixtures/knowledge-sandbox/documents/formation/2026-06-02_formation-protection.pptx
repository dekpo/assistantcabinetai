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Protection des données</a:t>
            </a:r>
          </a:p>
          <a:p>
            <a:r>
              <a:t>Intervenant : Dr Hélène Marchetti</a:t>
            </a:r>
          </a:p>
          <a:p>
            <a:r>
              <a:t>Ordre des médecins de la Haute-Savoie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Objectifs</a:t>
            </a:r>
          </a:p>
          <a:p>
            <a:r>
              <a:t>Connaître la procédure</a:t>
            </a:r>
          </a:p>
          <a:p>
            <a:r>
              <a:t>Savoir à qui s'adresser</a:t>
            </a:r>
          </a:p>
          <a:p>
            <a:r>
              <a:t>Contact : ARS Auvergne-Rhône-Alpes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Rappel</a:t>
            </a:r>
          </a:p>
          <a:p>
            <a:r>
              <a:t>Vérifier l'identité du patient</a:t>
            </a:r>
          </a:p>
          <a:p>
            <a:r>
              <a:t>Consigner la demande au registre</a:t>
            </a:r>
          </a:p>
        </p:txBody>
      </p:sp>
    </p:spTree>
  </p:cSld>
</p:sld>
</file>