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Formation : Chaîne du froid (module MOD-0102)</a:t>
            </a:r>
          </a:p>
          <a:p>
            <a:r>
              <a:t>Intervenant : Hélène Marchetti</a:t>
            </a:r>
          </a:p>
          <a:p>
            <a:r>
              <a:t>Cabinet de groupe des Voirons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Objectifs</a:t>
            </a:r>
          </a:p>
          <a:p>
            <a:r>
              <a:t>Référence du module : MOD-0102</a:t>
            </a:r>
          </a:p>
          <a:p>
            <a:r>
              <a:t>Connaître la procédure</a:t>
            </a:r>
          </a:p>
          <a:p>
            <a:r>
              <a:t>Savoir à qui s'adresser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Organisation</a:t>
            </a:r>
          </a:p>
          <a:p>
            <a:r>
              <a:t>Date de la session : 3 avril 2026</a:t>
            </a:r>
          </a:p>
          <a:p>
            <a:r>
              <a:t>Nombre de places : 19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Coût</a:t>
            </a:r>
          </a:p>
          <a:p>
            <a:r>
              <a:t>Coût par participant : 90,50 €</a:t>
            </a:r>
          </a:p>
          <a:p>
            <a:r>
              <a:t>Facturé au cabinet après la session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Rappel</a:t>
            </a:r>
          </a:p>
          <a:p>
            <a:r>
              <a:t>Vérifier l'identité de la personne</a:t>
            </a:r>
          </a:p>
          <a:p>
            <a:r>
              <a:t>Consigner la demande au registre</a:t>
            </a:r>
          </a:p>
          <a:p>
            <a:r>
              <a:t>Informer le secrétariat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Cas pratiques</a:t>
            </a:r>
          </a:p>
          <a:p>
            <a:r>
              <a:t>Un appel au standard</a:t>
            </a:r>
          </a:p>
          <a:p>
            <a:r>
              <a:t>Un courrier reçu sans destinataire</a:t>
            </a:r>
          </a:p>
          <a:p>
            <a:r>
              <a:t>Une demande de copie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Points de vigilance</a:t>
            </a:r>
          </a:p>
          <a:p>
            <a:r>
              <a:t>Ne pas laisser de document sur le comptoir</a:t>
            </a:r>
          </a:p>
          <a:p>
            <a:r>
              <a:t>Fermer la session en quittant le poste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Questions</a:t>
            </a:r>
          </a:p>
          <a:p>
            <a:r>
              <a:t>Temps d'échange</a:t>
            </a:r>
          </a:p>
          <a:p>
            <a:r>
              <a:t>Retours d'expérience du cabinet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Pour aller plus loin</a:t>
            </a:r>
          </a:p>
          <a:p>
            <a:r>
              <a:t>Fiche de procédure interne</a:t>
            </a:r>
          </a:p>
          <a:p>
            <a:r>
              <a:t>Contact du référent du cabinet</a:t>
            </a:r>
          </a:p>
        </p:txBody>
      </p:sp>
    </p:spTree>
  </p:cSld>
</p:sld>
</file>